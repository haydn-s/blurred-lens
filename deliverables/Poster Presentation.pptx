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9456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ster-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945600" cy="32918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